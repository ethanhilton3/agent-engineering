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56" r:id="rId5"/>
    <p:sldId id="277" r:id="rId6"/>
    <p:sldId id="288" r:id="rId7"/>
    <p:sldId id="289" r:id="rId8"/>
    <p:sldId id="278" r:id="rId9"/>
    <p:sldId id="279" r:id="rId10"/>
    <p:sldId id="282" r:id="rId11"/>
    <p:sldId id="290" r:id="rId12"/>
    <p:sldId id="283" r:id="rId13"/>
    <p:sldId id="284" r:id="rId14"/>
    <p:sldId id="291" r:id="rId15"/>
    <p:sldId id="285" r:id="rId16"/>
    <p:sldId id="292" r:id="rId17"/>
    <p:sldId id="280" r:id="rId18"/>
    <p:sldId id="286" r:id="rId19"/>
    <p:sldId id="281" r:id="rId20"/>
    <p:sldId id="287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204" autoAdjust="0"/>
  </p:normalViewPr>
  <p:slideViewPr>
    <p:cSldViewPr snapToGrid="0">
      <p:cViewPr varScale="1">
        <p:scale>
          <a:sx n="58" d="100"/>
          <a:sy n="58" d="100"/>
        </p:scale>
        <p:origin x="80" y="260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855DF6-8B1F-452D-9199-93251ED31596}" type="doc">
      <dgm:prSet loTypeId="urn:microsoft.com/office/officeart/2005/8/layout/default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74079B2-4F37-4449-AD23-AFC4A72A3C7E}">
      <dgm:prSet/>
      <dgm:spPr/>
      <dgm:t>
        <a:bodyPr/>
        <a:lstStyle/>
        <a:p>
          <a:r>
            <a:rPr lang="en-US"/>
            <a:t>Less importance on dating/marriage</a:t>
          </a:r>
        </a:p>
      </dgm:t>
    </dgm:pt>
    <dgm:pt modelId="{B1129BBE-BD5F-4040-81D5-54C97EA6A035}" type="parTrans" cxnId="{C97BA780-B1CC-44C1-8FB9-92B1CCD4AC74}">
      <dgm:prSet/>
      <dgm:spPr/>
      <dgm:t>
        <a:bodyPr/>
        <a:lstStyle/>
        <a:p>
          <a:endParaRPr lang="en-US"/>
        </a:p>
      </dgm:t>
    </dgm:pt>
    <dgm:pt modelId="{5016E73D-9495-44F4-9449-24DB2051C960}" type="sibTrans" cxnId="{C97BA780-B1CC-44C1-8FB9-92B1CCD4AC74}">
      <dgm:prSet/>
      <dgm:spPr/>
      <dgm:t>
        <a:bodyPr/>
        <a:lstStyle/>
        <a:p>
          <a:endParaRPr lang="en-US"/>
        </a:p>
      </dgm:t>
    </dgm:pt>
    <dgm:pt modelId="{3EF0ECFD-6840-4AEF-86B3-E36F04D28BB4}">
      <dgm:prSet/>
      <dgm:spPr/>
      <dgm:t>
        <a:bodyPr/>
        <a:lstStyle/>
        <a:p>
          <a:r>
            <a:rPr lang="en-US"/>
            <a:t>More options for free time</a:t>
          </a:r>
        </a:p>
      </dgm:t>
    </dgm:pt>
    <dgm:pt modelId="{7D997471-B3C0-4A44-9FC5-46826BFCE764}" type="parTrans" cxnId="{1E2934DE-B4A9-4240-9A29-9CA862556BFA}">
      <dgm:prSet/>
      <dgm:spPr/>
      <dgm:t>
        <a:bodyPr/>
        <a:lstStyle/>
        <a:p>
          <a:endParaRPr lang="en-US"/>
        </a:p>
      </dgm:t>
    </dgm:pt>
    <dgm:pt modelId="{43579A1F-C6B2-4D79-8078-DC5FCCBD13E2}" type="sibTrans" cxnId="{1E2934DE-B4A9-4240-9A29-9CA862556BFA}">
      <dgm:prSet/>
      <dgm:spPr/>
      <dgm:t>
        <a:bodyPr/>
        <a:lstStyle/>
        <a:p>
          <a:endParaRPr lang="en-US"/>
        </a:p>
      </dgm:t>
    </dgm:pt>
    <dgm:pt modelId="{935DC9D8-353C-4E3E-B717-165F541FB31B}">
      <dgm:prSet/>
      <dgm:spPr/>
      <dgm:t>
        <a:bodyPr/>
        <a:lstStyle/>
        <a:p>
          <a:r>
            <a:rPr lang="en-US"/>
            <a:t>Pornography</a:t>
          </a:r>
        </a:p>
      </dgm:t>
    </dgm:pt>
    <dgm:pt modelId="{16591BB1-D0D9-4B28-BE91-760CB300929F}" type="parTrans" cxnId="{0D8AAB25-452C-415F-ABFE-90DE2F519D3C}">
      <dgm:prSet/>
      <dgm:spPr/>
      <dgm:t>
        <a:bodyPr/>
        <a:lstStyle/>
        <a:p>
          <a:endParaRPr lang="en-US"/>
        </a:p>
      </dgm:t>
    </dgm:pt>
    <dgm:pt modelId="{C7F116BE-453F-4D20-83F8-93B435FA02D4}" type="sibTrans" cxnId="{0D8AAB25-452C-415F-ABFE-90DE2F519D3C}">
      <dgm:prSet/>
      <dgm:spPr/>
      <dgm:t>
        <a:bodyPr/>
        <a:lstStyle/>
        <a:p>
          <a:endParaRPr lang="en-US"/>
        </a:p>
      </dgm:t>
    </dgm:pt>
    <dgm:pt modelId="{C4919D24-0332-4458-B22C-0CFD113F5BD1}">
      <dgm:prSet/>
      <dgm:spPr/>
      <dgm:t>
        <a:bodyPr/>
        <a:lstStyle/>
        <a:p>
          <a:r>
            <a:rPr lang="en-US"/>
            <a:t>More education/job anxiety</a:t>
          </a:r>
        </a:p>
      </dgm:t>
    </dgm:pt>
    <dgm:pt modelId="{E960CC96-EC09-4898-9F36-FEF37F40A3EE}" type="parTrans" cxnId="{74013551-238E-4AAC-947F-AA31BD1065B4}">
      <dgm:prSet/>
      <dgm:spPr/>
      <dgm:t>
        <a:bodyPr/>
        <a:lstStyle/>
        <a:p>
          <a:endParaRPr lang="en-US"/>
        </a:p>
      </dgm:t>
    </dgm:pt>
    <dgm:pt modelId="{1074C74F-562F-4D63-B754-293EBFB29EB6}" type="sibTrans" cxnId="{74013551-238E-4AAC-947F-AA31BD1065B4}">
      <dgm:prSet/>
      <dgm:spPr/>
      <dgm:t>
        <a:bodyPr/>
        <a:lstStyle/>
        <a:p>
          <a:endParaRPr lang="en-US"/>
        </a:p>
      </dgm:t>
    </dgm:pt>
    <dgm:pt modelId="{B4A7EB36-AFD7-47CD-98AC-88BC24F0550F}">
      <dgm:prSet/>
      <dgm:spPr/>
      <dgm:t>
        <a:bodyPr/>
        <a:lstStyle/>
        <a:p>
          <a:r>
            <a:rPr lang="en-US" dirty="0"/>
            <a:t>Key for today:</a:t>
          </a:r>
        </a:p>
      </dgm:t>
    </dgm:pt>
    <dgm:pt modelId="{CDB0CC15-BBAB-4DC1-9AED-84B8CB681991}" type="parTrans" cxnId="{7F6BAC82-D00D-4EE4-8ADB-784503C98157}">
      <dgm:prSet/>
      <dgm:spPr/>
      <dgm:t>
        <a:bodyPr/>
        <a:lstStyle/>
        <a:p>
          <a:endParaRPr lang="en-US"/>
        </a:p>
      </dgm:t>
    </dgm:pt>
    <dgm:pt modelId="{F3859B71-963A-4880-A583-21571723796C}" type="sibTrans" cxnId="{7F6BAC82-D00D-4EE4-8ADB-784503C98157}">
      <dgm:prSet/>
      <dgm:spPr/>
      <dgm:t>
        <a:bodyPr/>
        <a:lstStyle/>
        <a:p>
          <a:endParaRPr lang="en-US"/>
        </a:p>
      </dgm:t>
    </dgm:pt>
    <dgm:pt modelId="{47F10D9F-B432-41DE-8BCE-7200575030E7}">
      <dgm:prSet/>
      <dgm:spPr/>
      <dgm:t>
        <a:bodyPr/>
        <a:lstStyle/>
        <a:p>
          <a:r>
            <a:rPr lang="en-US"/>
            <a:t>Digital Isolation</a:t>
          </a:r>
        </a:p>
      </dgm:t>
    </dgm:pt>
    <dgm:pt modelId="{24711953-1E17-411C-84C7-536B6FF1291C}" type="parTrans" cxnId="{FFF60252-28D0-4A2A-9673-C580222C8810}">
      <dgm:prSet/>
      <dgm:spPr/>
      <dgm:t>
        <a:bodyPr/>
        <a:lstStyle/>
        <a:p>
          <a:endParaRPr lang="en-US"/>
        </a:p>
      </dgm:t>
    </dgm:pt>
    <dgm:pt modelId="{BCD7F9ED-034C-4977-B552-C8127A8A3167}" type="sibTrans" cxnId="{FFF60252-28D0-4A2A-9673-C580222C8810}">
      <dgm:prSet/>
      <dgm:spPr/>
      <dgm:t>
        <a:bodyPr/>
        <a:lstStyle/>
        <a:p>
          <a:endParaRPr lang="en-US"/>
        </a:p>
      </dgm:t>
    </dgm:pt>
    <dgm:pt modelId="{30AA60B2-B19A-4272-B327-0AE0E31F68E8}">
      <dgm:prSet/>
      <dgm:spPr/>
      <dgm:t>
        <a:bodyPr/>
        <a:lstStyle/>
        <a:p>
          <a:r>
            <a:rPr lang="en-US" dirty="0"/>
            <a:t>Digital Alternatives</a:t>
          </a:r>
        </a:p>
      </dgm:t>
    </dgm:pt>
    <dgm:pt modelId="{7E2D3039-CE32-4525-A51D-BA00FC88E65D}" type="parTrans" cxnId="{52CE46E5-C210-4C02-8F50-2E418C489E1D}">
      <dgm:prSet/>
      <dgm:spPr/>
      <dgm:t>
        <a:bodyPr/>
        <a:lstStyle/>
        <a:p>
          <a:endParaRPr lang="en-US"/>
        </a:p>
      </dgm:t>
    </dgm:pt>
    <dgm:pt modelId="{E830CB6D-94F8-4698-91BB-ECE9FC76A076}" type="sibTrans" cxnId="{52CE46E5-C210-4C02-8F50-2E418C489E1D}">
      <dgm:prSet/>
      <dgm:spPr/>
      <dgm:t>
        <a:bodyPr/>
        <a:lstStyle/>
        <a:p>
          <a:endParaRPr lang="en-US"/>
        </a:p>
      </dgm:t>
    </dgm:pt>
    <dgm:pt modelId="{E0511541-D2D9-4E22-AD80-71B96A7D2805}" type="pres">
      <dgm:prSet presAssocID="{FB855DF6-8B1F-452D-9199-93251ED31596}" presName="diagram" presStyleCnt="0">
        <dgm:presLayoutVars>
          <dgm:dir/>
          <dgm:resizeHandles val="exact"/>
        </dgm:presLayoutVars>
      </dgm:prSet>
      <dgm:spPr/>
    </dgm:pt>
    <dgm:pt modelId="{8F87F22F-DA36-4F20-802B-9EF16A682A3E}" type="pres">
      <dgm:prSet presAssocID="{E74079B2-4F37-4449-AD23-AFC4A72A3C7E}" presName="node" presStyleLbl="node1" presStyleIdx="0" presStyleCnt="5">
        <dgm:presLayoutVars>
          <dgm:bulletEnabled val="1"/>
        </dgm:presLayoutVars>
      </dgm:prSet>
      <dgm:spPr/>
    </dgm:pt>
    <dgm:pt modelId="{ED3EA8C8-DBD0-4C43-ADDF-9540EE3BA5F2}" type="pres">
      <dgm:prSet presAssocID="{5016E73D-9495-44F4-9449-24DB2051C960}" presName="sibTrans" presStyleCnt="0"/>
      <dgm:spPr/>
    </dgm:pt>
    <dgm:pt modelId="{0EA20852-FF8B-48AD-8BE4-69C1F56BEF4C}" type="pres">
      <dgm:prSet presAssocID="{3EF0ECFD-6840-4AEF-86B3-E36F04D28BB4}" presName="node" presStyleLbl="node1" presStyleIdx="1" presStyleCnt="5">
        <dgm:presLayoutVars>
          <dgm:bulletEnabled val="1"/>
        </dgm:presLayoutVars>
      </dgm:prSet>
      <dgm:spPr/>
    </dgm:pt>
    <dgm:pt modelId="{F28CD660-F0A2-4610-8AC5-52F10E37A12D}" type="pres">
      <dgm:prSet presAssocID="{43579A1F-C6B2-4D79-8078-DC5FCCBD13E2}" presName="sibTrans" presStyleCnt="0"/>
      <dgm:spPr/>
    </dgm:pt>
    <dgm:pt modelId="{02D73E15-2639-48A9-AAC9-E163AF5540F2}" type="pres">
      <dgm:prSet presAssocID="{935DC9D8-353C-4E3E-B717-165F541FB31B}" presName="node" presStyleLbl="node1" presStyleIdx="2" presStyleCnt="5">
        <dgm:presLayoutVars>
          <dgm:bulletEnabled val="1"/>
        </dgm:presLayoutVars>
      </dgm:prSet>
      <dgm:spPr/>
    </dgm:pt>
    <dgm:pt modelId="{B9F39711-040E-4BF0-9601-D448D72DDEF7}" type="pres">
      <dgm:prSet presAssocID="{C7F116BE-453F-4D20-83F8-93B435FA02D4}" presName="sibTrans" presStyleCnt="0"/>
      <dgm:spPr/>
    </dgm:pt>
    <dgm:pt modelId="{3AA44B31-8846-4509-90BC-0BB950C4F3A3}" type="pres">
      <dgm:prSet presAssocID="{C4919D24-0332-4458-B22C-0CFD113F5BD1}" presName="node" presStyleLbl="node1" presStyleIdx="3" presStyleCnt="5">
        <dgm:presLayoutVars>
          <dgm:bulletEnabled val="1"/>
        </dgm:presLayoutVars>
      </dgm:prSet>
      <dgm:spPr/>
    </dgm:pt>
    <dgm:pt modelId="{A4A50DB3-6675-41CB-84CF-1D1AD4A0A31C}" type="pres">
      <dgm:prSet presAssocID="{1074C74F-562F-4D63-B754-293EBFB29EB6}" presName="sibTrans" presStyleCnt="0"/>
      <dgm:spPr/>
    </dgm:pt>
    <dgm:pt modelId="{2E604D5E-DBA4-4220-97D8-6B16530C5904}" type="pres">
      <dgm:prSet presAssocID="{B4A7EB36-AFD7-47CD-98AC-88BC24F0550F}" presName="node" presStyleLbl="node1" presStyleIdx="4" presStyleCnt="5">
        <dgm:presLayoutVars>
          <dgm:bulletEnabled val="1"/>
        </dgm:presLayoutVars>
      </dgm:prSet>
      <dgm:spPr/>
    </dgm:pt>
  </dgm:ptLst>
  <dgm:cxnLst>
    <dgm:cxn modelId="{C00A3208-075F-4167-B8D7-7E08270D29B2}" type="presOf" srcId="{30AA60B2-B19A-4272-B327-0AE0E31F68E8}" destId="{2E604D5E-DBA4-4220-97D8-6B16530C5904}" srcOrd="0" destOrd="2" presId="urn:microsoft.com/office/officeart/2005/8/layout/default"/>
    <dgm:cxn modelId="{5E575108-6EB6-4EF8-88EF-3385AFD60BF8}" type="presOf" srcId="{47F10D9F-B432-41DE-8BCE-7200575030E7}" destId="{2E604D5E-DBA4-4220-97D8-6B16530C5904}" srcOrd="0" destOrd="1" presId="urn:microsoft.com/office/officeart/2005/8/layout/default"/>
    <dgm:cxn modelId="{0D8AAB25-452C-415F-ABFE-90DE2F519D3C}" srcId="{FB855DF6-8B1F-452D-9199-93251ED31596}" destId="{935DC9D8-353C-4E3E-B717-165F541FB31B}" srcOrd="2" destOrd="0" parTransId="{16591BB1-D0D9-4B28-BE91-760CB300929F}" sibTransId="{C7F116BE-453F-4D20-83F8-93B435FA02D4}"/>
    <dgm:cxn modelId="{26F27837-1FC8-49ED-8F4A-8B82DA3F3318}" type="presOf" srcId="{E74079B2-4F37-4449-AD23-AFC4A72A3C7E}" destId="{8F87F22F-DA36-4F20-802B-9EF16A682A3E}" srcOrd="0" destOrd="0" presId="urn:microsoft.com/office/officeart/2005/8/layout/default"/>
    <dgm:cxn modelId="{C1FDE250-565E-4E4F-BF7D-AA130CE45A13}" type="presOf" srcId="{C4919D24-0332-4458-B22C-0CFD113F5BD1}" destId="{3AA44B31-8846-4509-90BC-0BB950C4F3A3}" srcOrd="0" destOrd="0" presId="urn:microsoft.com/office/officeart/2005/8/layout/default"/>
    <dgm:cxn modelId="{74013551-238E-4AAC-947F-AA31BD1065B4}" srcId="{FB855DF6-8B1F-452D-9199-93251ED31596}" destId="{C4919D24-0332-4458-B22C-0CFD113F5BD1}" srcOrd="3" destOrd="0" parTransId="{E960CC96-EC09-4898-9F36-FEF37F40A3EE}" sibTransId="{1074C74F-562F-4D63-B754-293EBFB29EB6}"/>
    <dgm:cxn modelId="{FFF60252-28D0-4A2A-9673-C580222C8810}" srcId="{B4A7EB36-AFD7-47CD-98AC-88BC24F0550F}" destId="{47F10D9F-B432-41DE-8BCE-7200575030E7}" srcOrd="0" destOrd="0" parTransId="{24711953-1E17-411C-84C7-536B6FF1291C}" sibTransId="{BCD7F9ED-034C-4977-B552-C8127A8A3167}"/>
    <dgm:cxn modelId="{CAD6E677-AE86-4240-B76A-E6E04112AB8A}" type="presOf" srcId="{FB855DF6-8B1F-452D-9199-93251ED31596}" destId="{E0511541-D2D9-4E22-AD80-71B96A7D2805}" srcOrd="0" destOrd="0" presId="urn:microsoft.com/office/officeart/2005/8/layout/default"/>
    <dgm:cxn modelId="{550EE95A-43FF-4316-8BEE-2BFBBBA77F75}" type="presOf" srcId="{3EF0ECFD-6840-4AEF-86B3-E36F04D28BB4}" destId="{0EA20852-FF8B-48AD-8BE4-69C1F56BEF4C}" srcOrd="0" destOrd="0" presId="urn:microsoft.com/office/officeart/2005/8/layout/default"/>
    <dgm:cxn modelId="{C97BA780-B1CC-44C1-8FB9-92B1CCD4AC74}" srcId="{FB855DF6-8B1F-452D-9199-93251ED31596}" destId="{E74079B2-4F37-4449-AD23-AFC4A72A3C7E}" srcOrd="0" destOrd="0" parTransId="{B1129BBE-BD5F-4040-81D5-54C97EA6A035}" sibTransId="{5016E73D-9495-44F4-9449-24DB2051C960}"/>
    <dgm:cxn modelId="{7F6BAC82-D00D-4EE4-8ADB-784503C98157}" srcId="{FB855DF6-8B1F-452D-9199-93251ED31596}" destId="{B4A7EB36-AFD7-47CD-98AC-88BC24F0550F}" srcOrd="4" destOrd="0" parTransId="{CDB0CC15-BBAB-4DC1-9AED-84B8CB681991}" sibTransId="{F3859B71-963A-4880-A583-21571723796C}"/>
    <dgm:cxn modelId="{0A22F2AF-AC6F-480F-9AE4-8BF78BCA2CAF}" type="presOf" srcId="{B4A7EB36-AFD7-47CD-98AC-88BC24F0550F}" destId="{2E604D5E-DBA4-4220-97D8-6B16530C5904}" srcOrd="0" destOrd="0" presId="urn:microsoft.com/office/officeart/2005/8/layout/default"/>
    <dgm:cxn modelId="{5BC272BC-7897-48A3-8413-85B58F6D6A28}" type="presOf" srcId="{935DC9D8-353C-4E3E-B717-165F541FB31B}" destId="{02D73E15-2639-48A9-AAC9-E163AF5540F2}" srcOrd="0" destOrd="0" presId="urn:microsoft.com/office/officeart/2005/8/layout/default"/>
    <dgm:cxn modelId="{1E2934DE-B4A9-4240-9A29-9CA862556BFA}" srcId="{FB855DF6-8B1F-452D-9199-93251ED31596}" destId="{3EF0ECFD-6840-4AEF-86B3-E36F04D28BB4}" srcOrd="1" destOrd="0" parTransId="{7D997471-B3C0-4A44-9FC5-46826BFCE764}" sibTransId="{43579A1F-C6B2-4D79-8078-DC5FCCBD13E2}"/>
    <dgm:cxn modelId="{52CE46E5-C210-4C02-8F50-2E418C489E1D}" srcId="{B4A7EB36-AFD7-47CD-98AC-88BC24F0550F}" destId="{30AA60B2-B19A-4272-B327-0AE0E31F68E8}" srcOrd="1" destOrd="0" parTransId="{7E2D3039-CE32-4525-A51D-BA00FC88E65D}" sibTransId="{E830CB6D-94F8-4698-91BB-ECE9FC76A076}"/>
    <dgm:cxn modelId="{C53A45D9-C84F-44D1-B496-5FC9553C734B}" type="presParOf" srcId="{E0511541-D2D9-4E22-AD80-71B96A7D2805}" destId="{8F87F22F-DA36-4F20-802B-9EF16A682A3E}" srcOrd="0" destOrd="0" presId="urn:microsoft.com/office/officeart/2005/8/layout/default"/>
    <dgm:cxn modelId="{F34CD014-5397-47BA-A811-7292D45FF379}" type="presParOf" srcId="{E0511541-D2D9-4E22-AD80-71B96A7D2805}" destId="{ED3EA8C8-DBD0-4C43-ADDF-9540EE3BA5F2}" srcOrd="1" destOrd="0" presId="urn:microsoft.com/office/officeart/2005/8/layout/default"/>
    <dgm:cxn modelId="{A2C3DD82-2D71-4D60-A2F7-A32E35F25AC9}" type="presParOf" srcId="{E0511541-D2D9-4E22-AD80-71B96A7D2805}" destId="{0EA20852-FF8B-48AD-8BE4-69C1F56BEF4C}" srcOrd="2" destOrd="0" presId="urn:microsoft.com/office/officeart/2005/8/layout/default"/>
    <dgm:cxn modelId="{3AEBA635-D5CE-4C4D-81FF-A53973D9AEC1}" type="presParOf" srcId="{E0511541-D2D9-4E22-AD80-71B96A7D2805}" destId="{F28CD660-F0A2-4610-8AC5-52F10E37A12D}" srcOrd="3" destOrd="0" presId="urn:microsoft.com/office/officeart/2005/8/layout/default"/>
    <dgm:cxn modelId="{971CA6B6-0435-46EA-88E4-7E309C9BAD5F}" type="presParOf" srcId="{E0511541-D2D9-4E22-AD80-71B96A7D2805}" destId="{02D73E15-2639-48A9-AAC9-E163AF5540F2}" srcOrd="4" destOrd="0" presId="urn:microsoft.com/office/officeart/2005/8/layout/default"/>
    <dgm:cxn modelId="{2EA0733F-EAED-4389-862C-22BFB246762C}" type="presParOf" srcId="{E0511541-D2D9-4E22-AD80-71B96A7D2805}" destId="{B9F39711-040E-4BF0-9601-D448D72DDEF7}" srcOrd="5" destOrd="0" presId="urn:microsoft.com/office/officeart/2005/8/layout/default"/>
    <dgm:cxn modelId="{6E4C5829-DC67-46D6-8E62-83218F0EDDF0}" type="presParOf" srcId="{E0511541-D2D9-4E22-AD80-71B96A7D2805}" destId="{3AA44B31-8846-4509-90BC-0BB950C4F3A3}" srcOrd="6" destOrd="0" presId="urn:microsoft.com/office/officeart/2005/8/layout/default"/>
    <dgm:cxn modelId="{B07F916F-AA0E-43BB-88EE-7D3E8662FA85}" type="presParOf" srcId="{E0511541-D2D9-4E22-AD80-71B96A7D2805}" destId="{A4A50DB3-6675-41CB-84CF-1D1AD4A0A31C}" srcOrd="7" destOrd="0" presId="urn:microsoft.com/office/officeart/2005/8/layout/default"/>
    <dgm:cxn modelId="{3357AC20-6C7C-46FE-B07E-8462416895BF}" type="presParOf" srcId="{E0511541-D2D9-4E22-AD80-71B96A7D2805}" destId="{2E604D5E-DBA4-4220-97D8-6B16530C5904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D6FB120-BB96-461F-AA7A-C41F6D9C365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F360C83-CE6E-46BF-87B9-BB02545F43E4}">
      <dgm:prSet/>
      <dgm:spPr/>
      <dgm:t>
        <a:bodyPr/>
        <a:lstStyle/>
        <a:p>
          <a:r>
            <a:rPr lang="en-US"/>
            <a:t>They mimic a naturalistic environment (UI mimics text/dating app interfaces)</a:t>
          </a:r>
        </a:p>
      </dgm:t>
    </dgm:pt>
    <dgm:pt modelId="{5564B660-122E-418E-9AD8-7F2852D42BB1}" type="parTrans" cxnId="{FCE80A04-EF81-40A4-8095-57A0FFE2C95B}">
      <dgm:prSet/>
      <dgm:spPr/>
      <dgm:t>
        <a:bodyPr/>
        <a:lstStyle/>
        <a:p>
          <a:endParaRPr lang="en-US"/>
        </a:p>
      </dgm:t>
    </dgm:pt>
    <dgm:pt modelId="{282E1EC3-BF06-440D-8E9B-F502E7800695}" type="sibTrans" cxnId="{FCE80A04-EF81-40A4-8095-57A0FFE2C95B}">
      <dgm:prSet/>
      <dgm:spPr/>
      <dgm:t>
        <a:bodyPr/>
        <a:lstStyle/>
        <a:p>
          <a:endParaRPr lang="en-US"/>
        </a:p>
      </dgm:t>
    </dgm:pt>
    <dgm:pt modelId="{5ABA9E80-9B9B-495D-8AE9-094FDCAD2E36}">
      <dgm:prSet/>
      <dgm:spPr/>
      <dgm:t>
        <a:bodyPr/>
        <a:lstStyle/>
        <a:p>
          <a:r>
            <a:rPr lang="en-US"/>
            <a:t>They naturally seek user approval through text cues</a:t>
          </a:r>
        </a:p>
      </dgm:t>
    </dgm:pt>
    <dgm:pt modelId="{C9B46F2A-F809-4141-B519-B315BC386380}" type="parTrans" cxnId="{F0452A38-6636-4A9F-8FA4-64D9E362458E}">
      <dgm:prSet/>
      <dgm:spPr/>
      <dgm:t>
        <a:bodyPr/>
        <a:lstStyle/>
        <a:p>
          <a:endParaRPr lang="en-US"/>
        </a:p>
      </dgm:t>
    </dgm:pt>
    <dgm:pt modelId="{8405123F-2AEB-49E2-9422-91B247BD967F}" type="sibTrans" cxnId="{F0452A38-6636-4A9F-8FA4-64D9E362458E}">
      <dgm:prSet/>
      <dgm:spPr/>
      <dgm:t>
        <a:bodyPr/>
        <a:lstStyle/>
        <a:p>
          <a:endParaRPr lang="en-US"/>
        </a:p>
      </dgm:t>
    </dgm:pt>
    <dgm:pt modelId="{49C6EC97-6F1A-4F49-87A7-24712AD42DA1}">
      <dgm:prSet/>
      <dgm:spPr/>
      <dgm:t>
        <a:bodyPr/>
        <a:lstStyle/>
        <a:p>
          <a:r>
            <a:rPr lang="en-US" dirty="0"/>
            <a:t>They validate!  </a:t>
          </a:r>
        </a:p>
      </dgm:t>
    </dgm:pt>
    <dgm:pt modelId="{0818C8BE-876E-4AA5-8FF0-046E720E9278}" type="parTrans" cxnId="{0328BBF1-919C-44E1-B775-F3E985B72587}">
      <dgm:prSet/>
      <dgm:spPr/>
      <dgm:t>
        <a:bodyPr/>
        <a:lstStyle/>
        <a:p>
          <a:endParaRPr lang="en-US"/>
        </a:p>
      </dgm:t>
    </dgm:pt>
    <dgm:pt modelId="{39A16A7C-7D9C-4A54-8E53-A64F6BC671B5}" type="sibTrans" cxnId="{0328BBF1-919C-44E1-B775-F3E985B72587}">
      <dgm:prSet/>
      <dgm:spPr/>
      <dgm:t>
        <a:bodyPr/>
        <a:lstStyle/>
        <a:p>
          <a:endParaRPr lang="en-US"/>
        </a:p>
      </dgm:t>
    </dgm:pt>
    <dgm:pt modelId="{6EEC1CF6-594E-4445-8DD9-73BE2968608E}">
      <dgm:prSet/>
      <dgm:spPr/>
      <dgm:t>
        <a:bodyPr/>
        <a:lstStyle/>
        <a:p>
          <a:r>
            <a:rPr lang="en-US"/>
            <a:t>They are customizable!</a:t>
          </a:r>
        </a:p>
      </dgm:t>
    </dgm:pt>
    <dgm:pt modelId="{09E2F8B1-D16A-4B63-B730-A9E31FFAC252}" type="parTrans" cxnId="{CAEF40EA-DAFC-40C3-9820-8E61EADDD043}">
      <dgm:prSet/>
      <dgm:spPr/>
      <dgm:t>
        <a:bodyPr/>
        <a:lstStyle/>
        <a:p>
          <a:endParaRPr lang="en-US"/>
        </a:p>
      </dgm:t>
    </dgm:pt>
    <dgm:pt modelId="{49427692-3801-4669-807E-87FE50A43DFD}" type="sibTrans" cxnId="{CAEF40EA-DAFC-40C3-9820-8E61EADDD043}">
      <dgm:prSet/>
      <dgm:spPr/>
      <dgm:t>
        <a:bodyPr/>
        <a:lstStyle/>
        <a:p>
          <a:endParaRPr lang="en-US"/>
        </a:p>
      </dgm:t>
    </dgm:pt>
    <dgm:pt modelId="{AC3F4F0E-0831-44A9-9167-4757B7A8B0A5}" type="pres">
      <dgm:prSet presAssocID="{5D6FB120-BB96-461F-AA7A-C41F6D9C365F}" presName="linear" presStyleCnt="0">
        <dgm:presLayoutVars>
          <dgm:animLvl val="lvl"/>
          <dgm:resizeHandles val="exact"/>
        </dgm:presLayoutVars>
      </dgm:prSet>
      <dgm:spPr/>
    </dgm:pt>
    <dgm:pt modelId="{7CE004EE-9333-4081-9129-F7D2C403D76C}" type="pres">
      <dgm:prSet presAssocID="{7F360C83-CE6E-46BF-87B9-BB02545F43E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49A9F20-16FE-4C07-B77E-7F0558D69CA1}" type="pres">
      <dgm:prSet presAssocID="{282E1EC3-BF06-440D-8E9B-F502E7800695}" presName="spacer" presStyleCnt="0"/>
      <dgm:spPr/>
    </dgm:pt>
    <dgm:pt modelId="{78769782-1522-4155-8A98-91F14E50FA4F}" type="pres">
      <dgm:prSet presAssocID="{5ABA9E80-9B9B-495D-8AE9-094FDCAD2E3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8940909-0E1A-45EC-9A10-6F0D51F3AEAA}" type="pres">
      <dgm:prSet presAssocID="{8405123F-2AEB-49E2-9422-91B247BD967F}" presName="spacer" presStyleCnt="0"/>
      <dgm:spPr/>
    </dgm:pt>
    <dgm:pt modelId="{F91339F9-66D8-4CFA-8EB2-C70A35BF1CF7}" type="pres">
      <dgm:prSet presAssocID="{49C6EC97-6F1A-4F49-87A7-24712AD42DA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219F3A2-1A5F-454B-A15A-2FBDE82AF10B}" type="pres">
      <dgm:prSet presAssocID="{39A16A7C-7D9C-4A54-8E53-A64F6BC671B5}" presName="spacer" presStyleCnt="0"/>
      <dgm:spPr/>
    </dgm:pt>
    <dgm:pt modelId="{DB15720F-3D75-4830-BF24-143EB1764942}" type="pres">
      <dgm:prSet presAssocID="{6EEC1CF6-594E-4445-8DD9-73BE2968608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CE80A04-EF81-40A4-8095-57A0FFE2C95B}" srcId="{5D6FB120-BB96-461F-AA7A-C41F6D9C365F}" destId="{7F360C83-CE6E-46BF-87B9-BB02545F43E4}" srcOrd="0" destOrd="0" parTransId="{5564B660-122E-418E-9AD8-7F2852D42BB1}" sibTransId="{282E1EC3-BF06-440D-8E9B-F502E7800695}"/>
    <dgm:cxn modelId="{6CDC8C2C-5EE6-48D3-93DE-5BF9F9EC7B73}" type="presOf" srcId="{5D6FB120-BB96-461F-AA7A-C41F6D9C365F}" destId="{AC3F4F0E-0831-44A9-9167-4757B7A8B0A5}" srcOrd="0" destOrd="0" presId="urn:microsoft.com/office/officeart/2005/8/layout/vList2"/>
    <dgm:cxn modelId="{F0452A38-6636-4A9F-8FA4-64D9E362458E}" srcId="{5D6FB120-BB96-461F-AA7A-C41F6D9C365F}" destId="{5ABA9E80-9B9B-495D-8AE9-094FDCAD2E36}" srcOrd="1" destOrd="0" parTransId="{C9B46F2A-F809-4141-B519-B315BC386380}" sibTransId="{8405123F-2AEB-49E2-9422-91B247BD967F}"/>
    <dgm:cxn modelId="{3F4529B2-3130-4726-9660-89BA9A5B2E67}" type="presOf" srcId="{7F360C83-CE6E-46BF-87B9-BB02545F43E4}" destId="{7CE004EE-9333-4081-9129-F7D2C403D76C}" srcOrd="0" destOrd="0" presId="urn:microsoft.com/office/officeart/2005/8/layout/vList2"/>
    <dgm:cxn modelId="{215DD6C5-5C71-4894-9DA1-C80706E9BA3A}" type="presOf" srcId="{6EEC1CF6-594E-4445-8DD9-73BE2968608E}" destId="{DB15720F-3D75-4830-BF24-143EB1764942}" srcOrd="0" destOrd="0" presId="urn:microsoft.com/office/officeart/2005/8/layout/vList2"/>
    <dgm:cxn modelId="{1ADD94CE-536E-4CFD-92E2-2C0B3235174D}" type="presOf" srcId="{49C6EC97-6F1A-4F49-87A7-24712AD42DA1}" destId="{F91339F9-66D8-4CFA-8EB2-C70A35BF1CF7}" srcOrd="0" destOrd="0" presId="urn:microsoft.com/office/officeart/2005/8/layout/vList2"/>
    <dgm:cxn modelId="{231DBBE7-4D57-41ED-8916-122CB858A80C}" type="presOf" srcId="{5ABA9E80-9B9B-495D-8AE9-094FDCAD2E36}" destId="{78769782-1522-4155-8A98-91F14E50FA4F}" srcOrd="0" destOrd="0" presId="urn:microsoft.com/office/officeart/2005/8/layout/vList2"/>
    <dgm:cxn modelId="{CAEF40EA-DAFC-40C3-9820-8E61EADDD043}" srcId="{5D6FB120-BB96-461F-AA7A-C41F6D9C365F}" destId="{6EEC1CF6-594E-4445-8DD9-73BE2968608E}" srcOrd="3" destOrd="0" parTransId="{09E2F8B1-D16A-4B63-B730-A9E31FFAC252}" sibTransId="{49427692-3801-4669-807E-87FE50A43DFD}"/>
    <dgm:cxn modelId="{0328BBF1-919C-44E1-B775-F3E985B72587}" srcId="{5D6FB120-BB96-461F-AA7A-C41F6D9C365F}" destId="{49C6EC97-6F1A-4F49-87A7-24712AD42DA1}" srcOrd="2" destOrd="0" parTransId="{0818C8BE-876E-4AA5-8FF0-046E720E9278}" sibTransId="{39A16A7C-7D9C-4A54-8E53-A64F6BC671B5}"/>
    <dgm:cxn modelId="{13E2A552-77C3-4CDA-A495-0AFA2DBA2A9F}" type="presParOf" srcId="{AC3F4F0E-0831-44A9-9167-4757B7A8B0A5}" destId="{7CE004EE-9333-4081-9129-F7D2C403D76C}" srcOrd="0" destOrd="0" presId="urn:microsoft.com/office/officeart/2005/8/layout/vList2"/>
    <dgm:cxn modelId="{429EF7BE-2E4B-470D-8BAA-D4D656C034E2}" type="presParOf" srcId="{AC3F4F0E-0831-44A9-9167-4757B7A8B0A5}" destId="{E49A9F20-16FE-4C07-B77E-7F0558D69CA1}" srcOrd="1" destOrd="0" presId="urn:microsoft.com/office/officeart/2005/8/layout/vList2"/>
    <dgm:cxn modelId="{C88D5708-9E1D-4138-AA95-0131A9504E8D}" type="presParOf" srcId="{AC3F4F0E-0831-44A9-9167-4757B7A8B0A5}" destId="{78769782-1522-4155-8A98-91F14E50FA4F}" srcOrd="2" destOrd="0" presId="urn:microsoft.com/office/officeart/2005/8/layout/vList2"/>
    <dgm:cxn modelId="{13A0ABDD-A610-4A8B-820F-0D8AB32372A7}" type="presParOf" srcId="{AC3F4F0E-0831-44A9-9167-4757B7A8B0A5}" destId="{E8940909-0E1A-45EC-9A10-6F0D51F3AEAA}" srcOrd="3" destOrd="0" presId="urn:microsoft.com/office/officeart/2005/8/layout/vList2"/>
    <dgm:cxn modelId="{7E166C90-8FA0-4578-AFCA-F22BF7062D83}" type="presParOf" srcId="{AC3F4F0E-0831-44A9-9167-4757B7A8B0A5}" destId="{F91339F9-66D8-4CFA-8EB2-C70A35BF1CF7}" srcOrd="4" destOrd="0" presId="urn:microsoft.com/office/officeart/2005/8/layout/vList2"/>
    <dgm:cxn modelId="{140975BA-FA65-499F-9BBC-BE79763F681F}" type="presParOf" srcId="{AC3F4F0E-0831-44A9-9167-4757B7A8B0A5}" destId="{3219F3A2-1A5F-454B-A15A-2FBDE82AF10B}" srcOrd="5" destOrd="0" presId="urn:microsoft.com/office/officeart/2005/8/layout/vList2"/>
    <dgm:cxn modelId="{0E71125C-1656-4B81-BBDD-F9D0D7225824}" type="presParOf" srcId="{AC3F4F0E-0831-44A9-9167-4757B7A8B0A5}" destId="{DB15720F-3D75-4830-BF24-143EB176494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87F22F-DA36-4F20-802B-9EF16A682A3E}">
      <dsp:nvSpPr>
        <dsp:cNvPr id="0" name=""/>
        <dsp:cNvSpPr/>
      </dsp:nvSpPr>
      <dsp:spPr>
        <a:xfrm>
          <a:off x="0" y="240685"/>
          <a:ext cx="3333076" cy="199984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Less importance on dating/marriage</a:t>
          </a:r>
        </a:p>
      </dsp:txBody>
      <dsp:txXfrm>
        <a:off x="0" y="240685"/>
        <a:ext cx="3333076" cy="1999845"/>
      </dsp:txXfrm>
    </dsp:sp>
    <dsp:sp modelId="{0EA20852-FF8B-48AD-8BE4-69C1F56BEF4C}">
      <dsp:nvSpPr>
        <dsp:cNvPr id="0" name=""/>
        <dsp:cNvSpPr/>
      </dsp:nvSpPr>
      <dsp:spPr>
        <a:xfrm>
          <a:off x="3666384" y="240685"/>
          <a:ext cx="3333076" cy="199984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More options for free time</a:t>
          </a:r>
        </a:p>
      </dsp:txBody>
      <dsp:txXfrm>
        <a:off x="3666384" y="240685"/>
        <a:ext cx="3333076" cy="1999845"/>
      </dsp:txXfrm>
    </dsp:sp>
    <dsp:sp modelId="{02D73E15-2639-48A9-AAC9-E163AF5540F2}">
      <dsp:nvSpPr>
        <dsp:cNvPr id="0" name=""/>
        <dsp:cNvSpPr/>
      </dsp:nvSpPr>
      <dsp:spPr>
        <a:xfrm>
          <a:off x="7332768" y="240685"/>
          <a:ext cx="3333076" cy="199984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Pornography</a:t>
          </a:r>
        </a:p>
      </dsp:txBody>
      <dsp:txXfrm>
        <a:off x="7332768" y="240685"/>
        <a:ext cx="3333076" cy="1999845"/>
      </dsp:txXfrm>
    </dsp:sp>
    <dsp:sp modelId="{3AA44B31-8846-4509-90BC-0BB950C4F3A3}">
      <dsp:nvSpPr>
        <dsp:cNvPr id="0" name=""/>
        <dsp:cNvSpPr/>
      </dsp:nvSpPr>
      <dsp:spPr>
        <a:xfrm>
          <a:off x="1833192" y="2573839"/>
          <a:ext cx="3333076" cy="199984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More education/job anxiety</a:t>
          </a:r>
        </a:p>
      </dsp:txBody>
      <dsp:txXfrm>
        <a:off x="1833192" y="2573839"/>
        <a:ext cx="3333076" cy="1999845"/>
      </dsp:txXfrm>
    </dsp:sp>
    <dsp:sp modelId="{2E604D5E-DBA4-4220-97D8-6B16530C5904}">
      <dsp:nvSpPr>
        <dsp:cNvPr id="0" name=""/>
        <dsp:cNvSpPr/>
      </dsp:nvSpPr>
      <dsp:spPr>
        <a:xfrm>
          <a:off x="5499576" y="2573839"/>
          <a:ext cx="3333076" cy="199984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Key for today: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Digital Isolation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Digital Alternatives</a:t>
          </a:r>
        </a:p>
      </dsp:txBody>
      <dsp:txXfrm>
        <a:off x="5499576" y="2573839"/>
        <a:ext cx="3333076" cy="19998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E004EE-9333-4081-9129-F7D2C403D76C}">
      <dsp:nvSpPr>
        <dsp:cNvPr id="0" name=""/>
        <dsp:cNvSpPr/>
      </dsp:nvSpPr>
      <dsp:spPr>
        <a:xfrm>
          <a:off x="0" y="23127"/>
          <a:ext cx="6188529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They mimic a naturalistic environment (UI mimics text/dating app interfaces)</a:t>
          </a:r>
        </a:p>
      </dsp:txBody>
      <dsp:txXfrm>
        <a:off x="42722" y="65849"/>
        <a:ext cx="6103085" cy="789716"/>
      </dsp:txXfrm>
    </dsp:sp>
    <dsp:sp modelId="{78769782-1522-4155-8A98-91F14E50FA4F}">
      <dsp:nvSpPr>
        <dsp:cNvPr id="0" name=""/>
        <dsp:cNvSpPr/>
      </dsp:nvSpPr>
      <dsp:spPr>
        <a:xfrm>
          <a:off x="0" y="961647"/>
          <a:ext cx="6188529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They naturally seek user approval through text cues</a:t>
          </a:r>
        </a:p>
      </dsp:txBody>
      <dsp:txXfrm>
        <a:off x="42722" y="1004369"/>
        <a:ext cx="6103085" cy="789716"/>
      </dsp:txXfrm>
    </dsp:sp>
    <dsp:sp modelId="{F91339F9-66D8-4CFA-8EB2-C70A35BF1CF7}">
      <dsp:nvSpPr>
        <dsp:cNvPr id="0" name=""/>
        <dsp:cNvSpPr/>
      </dsp:nvSpPr>
      <dsp:spPr>
        <a:xfrm>
          <a:off x="0" y="1900167"/>
          <a:ext cx="6188529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They validate!  </a:t>
          </a:r>
        </a:p>
      </dsp:txBody>
      <dsp:txXfrm>
        <a:off x="42722" y="1942889"/>
        <a:ext cx="6103085" cy="789716"/>
      </dsp:txXfrm>
    </dsp:sp>
    <dsp:sp modelId="{DB15720F-3D75-4830-BF24-143EB1764942}">
      <dsp:nvSpPr>
        <dsp:cNvPr id="0" name=""/>
        <dsp:cNvSpPr/>
      </dsp:nvSpPr>
      <dsp:spPr>
        <a:xfrm>
          <a:off x="0" y="2838687"/>
          <a:ext cx="6188529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They are customizable!</a:t>
          </a:r>
        </a:p>
      </dsp:txBody>
      <dsp:txXfrm>
        <a:off x="42722" y="2881409"/>
        <a:ext cx="6103085" cy="7897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12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05036" y="1066138"/>
            <a:ext cx="7516857" cy="306268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AI Innovation or the END of Dating?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C7D85EA-49AF-CCDC-F554-2ECF8742B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6584" y="64337"/>
            <a:ext cx="10737273" cy="931747"/>
          </a:xfrm>
        </p:spPr>
        <p:txBody>
          <a:bodyPr>
            <a:normAutofit fontScale="90000"/>
          </a:bodyPr>
          <a:lstStyle/>
          <a:p>
            <a:r>
              <a:rPr lang="en-US" sz="3700" dirty="0"/>
              <a:t>A Brief  (Recent) History of Relationships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EF615F-FA2B-2701-A290-FCA0C5E2043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312227" y="1226127"/>
            <a:ext cx="7554191" cy="549534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1940 – 1960: </a:t>
            </a:r>
            <a:r>
              <a:rPr lang="en-US" b="1" dirty="0"/>
              <a:t>The Establishment of Modern Norms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1960 – 2000:  </a:t>
            </a:r>
            <a:r>
              <a:rPr lang="en-US" b="1" dirty="0"/>
              <a:t>The Erosion of “Traditional” Norms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2000 – 2010:  </a:t>
            </a:r>
            <a:r>
              <a:rPr lang="en-US" b="1" dirty="0"/>
              <a:t>The Delay of Norms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2010 – Now:  </a:t>
            </a:r>
            <a:r>
              <a:rPr lang="en-US" b="1" dirty="0"/>
              <a:t>The Individualization of Society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0C3762-765C-ABF2-C9ED-779A57B3A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143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2BA26-F5F3-B6C2-AEA1-A188929AE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460" y="0"/>
            <a:ext cx="10510885" cy="994094"/>
          </a:xfrm>
        </p:spPr>
        <p:txBody>
          <a:bodyPr>
            <a:noAutofit/>
          </a:bodyPr>
          <a:lstStyle/>
          <a:p>
            <a:r>
              <a:rPr lang="en-US" sz="3500" dirty="0"/>
              <a:t>The Decline of Relationship 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3E3F0-36DC-4F43-6B33-AB24A134B9E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38712" y="2140527"/>
            <a:ext cx="6338888" cy="382788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9B8EC2-8F74-D4C3-9A32-2311594F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A8CAA1-19FA-126A-C0F5-9537C0544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0024" y="1571049"/>
            <a:ext cx="7341535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712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91742-793C-FD8D-388E-EDCB489EE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155" y="896112"/>
            <a:ext cx="10665845" cy="1325563"/>
          </a:xfrm>
        </p:spPr>
        <p:txBody>
          <a:bodyPr anchor="t">
            <a:normAutofit/>
          </a:bodyPr>
          <a:lstStyle/>
          <a:p>
            <a:r>
              <a:rPr lang="en-US" dirty="0"/>
              <a:t>Factors?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B759A-C040-0617-3702-014F8E032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E2ACE5B4-0799-E636-98D6-B7BC6FA55140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2800935963"/>
              </p:ext>
            </p:extLst>
          </p:nvPr>
        </p:nvGraphicFramePr>
        <p:xfrm>
          <a:off x="762000" y="1828800"/>
          <a:ext cx="10665845" cy="48143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9598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E59AA-71EF-6DB2-A926-AB43CB8B6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9D958-0A56-726A-5A79-AB993727E067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2CE9F0-4D4F-1191-B789-B0743DD12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1353E1-52D3-359B-DCFA-2DFD922C0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850" y="0"/>
            <a:ext cx="83142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438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4FA1B-3465-9100-6EC2-0FCFDA5AC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1BF91-B6F3-3440-E9F4-737F539C54A2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2E5C2A-BCE1-B8BE-23BF-A7CD88D15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EEFAE6-9EEE-05E1-14D8-830746242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086" y="0"/>
            <a:ext cx="89318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687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7E505-C493-D605-CC9B-A6C896F03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282D8-C638-729C-224C-C19364DE767E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EE866-7125-92ED-210F-67ED3323D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85B597-5216-0B27-29B5-0A69081C5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457" y="0"/>
            <a:ext cx="81970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801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B6459-3A77-5349-C970-EBF27380A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090" y="896112"/>
            <a:ext cx="11232910" cy="1325563"/>
          </a:xfrm>
        </p:spPr>
        <p:txBody>
          <a:bodyPr anchor="t">
            <a:normAutofit/>
          </a:bodyPr>
          <a:lstStyle/>
          <a:p>
            <a:r>
              <a:rPr lang="en-US" dirty="0"/>
              <a:t>What is Unique about AI chatbots?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296432-9403-8564-E27A-7D762B4F9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90" y="2798285"/>
            <a:ext cx="4819879" cy="269913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4646B4-626E-0EC6-3467-425D3CBA7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A58CB4C3-AD86-647D-3AD1-A804198E9695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3609225759"/>
              </p:ext>
            </p:extLst>
          </p:nvPr>
        </p:nvGraphicFramePr>
        <p:xfrm>
          <a:off x="5241471" y="2417763"/>
          <a:ext cx="6188529" cy="3736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53724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62E25F-D23D-1403-8993-7C9B8CCC8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65" y="68263"/>
            <a:ext cx="9938969" cy="6721475"/>
          </a:xfrm>
          <a:prstGeom prst="rect">
            <a:avLst/>
          </a:prstGeom>
          <a:noFill/>
        </p:spPr>
      </p:pic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1B58401C-8278-2A2B-A16F-DEA9E9462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037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2C760FA-87FD-5A9E-5ED9-4FE7E5C6E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738" y="68263"/>
            <a:ext cx="10346024" cy="6721475"/>
          </a:xfrm>
          <a:prstGeom prst="rect">
            <a:avLst/>
          </a:prstGeom>
          <a:noFill/>
        </p:spPr>
      </p:pic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DB779553-42A5-7FEF-6B75-A4C842658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087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8709D-5A3B-04F2-5466-AF4E0571E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13617" y="237578"/>
            <a:ext cx="6449786" cy="1029586"/>
          </a:xfrm>
        </p:spPr>
        <p:txBody>
          <a:bodyPr anchor="b">
            <a:normAutofit/>
          </a:bodyPr>
          <a:lstStyle/>
          <a:p>
            <a:r>
              <a:rPr lang="en-US" dirty="0"/>
              <a:t>Attitudes?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42C7D8-1D17-7070-D6B7-F1D44CA8A2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00476" y="1695880"/>
            <a:ext cx="6449785" cy="4016763"/>
          </a:xfrm>
        </p:spPr>
        <p:txBody>
          <a:bodyPr>
            <a:normAutofit fontScale="92500"/>
          </a:bodyPr>
          <a:lstStyle/>
          <a:p>
            <a:r>
              <a:rPr lang="en-US" dirty="0"/>
              <a:t>Most people think AI is great!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63% say that AI companions are an acceptable way to feel loved and connected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53% agree that AI generated porn is more morally acceptable than normal porn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37% believe AI companions are acceptable while in a relationship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D524B5-E431-C5EF-0FE9-CDB0CF6ED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066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AC00B8F-5B39-A2D5-CFB4-19B2A2ED9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06" y="68263"/>
            <a:ext cx="10768688" cy="6721475"/>
          </a:xfrm>
          <a:prstGeom prst="rect">
            <a:avLst/>
          </a:prstGeom>
          <a:noFill/>
        </p:spPr>
      </p:pic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89655605-37A3-A6CC-EDEC-7FADB0FE2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126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A4FBD-3604-37C4-BF43-0194AF68E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1362456"/>
          </a:xfrm>
        </p:spPr>
        <p:txBody>
          <a:bodyPr anchor="t">
            <a:normAutofit/>
          </a:bodyPr>
          <a:lstStyle/>
          <a:p>
            <a:r>
              <a:rPr lang="en-US" dirty="0"/>
              <a:t>What are the Issues?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1F2A2C-A94A-6114-814A-430831740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919794-4419-EB08-BB70-9CA0FE5DEE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019" b="-1"/>
          <a:stretch>
            <a:fillRect/>
          </a:stretch>
        </p:blipFill>
        <p:spPr>
          <a:xfrm>
            <a:off x="771734" y="2590800"/>
            <a:ext cx="4515035" cy="3505200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7FDC9-8569-05A6-E605-6DBDB2F1C77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645989" y="2590800"/>
            <a:ext cx="5591216" cy="350520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b="1" dirty="0"/>
              <a:t>Scripting and expectations – the “Porn Problem”</a:t>
            </a:r>
          </a:p>
          <a:p>
            <a:pPr marL="342900" indent="-342900">
              <a:buAutoNum type="arabicPeriod"/>
            </a:pPr>
            <a:endParaRPr lang="en-US" b="1" dirty="0"/>
          </a:p>
          <a:p>
            <a:pPr marL="342900" indent="-342900">
              <a:buAutoNum type="arabicPeriod"/>
            </a:pPr>
            <a:endParaRPr lang="en-US" b="1" dirty="0"/>
          </a:p>
          <a:p>
            <a:pPr marL="342900" indent="-342900">
              <a:buAutoNum type="arabicPeriod"/>
            </a:pPr>
            <a:r>
              <a:rPr lang="en-US" b="1" dirty="0"/>
              <a:t>Preference – the “AI problem”</a:t>
            </a:r>
          </a:p>
          <a:p>
            <a:pPr marL="342900" indent="-342900">
              <a:buAutoNum type="arabicPeriod"/>
            </a:pPr>
            <a:endParaRPr lang="en-US" b="1" dirty="0"/>
          </a:p>
          <a:p>
            <a:pPr marL="342900" indent="-342900">
              <a:buAutoNum type="arabicPeriod"/>
            </a:pPr>
            <a:endParaRPr lang="en-US" b="1" dirty="0"/>
          </a:p>
          <a:p>
            <a:pPr marL="342900" indent="-342900">
              <a:buAutoNum type="arabicPeriod"/>
            </a:pPr>
            <a:r>
              <a:rPr lang="en-US" b="1" dirty="0"/>
              <a:t>Compulsive and problematic use</a:t>
            </a:r>
          </a:p>
        </p:txBody>
      </p:sp>
    </p:spTree>
    <p:extLst>
      <p:ext uri="{BB962C8B-B14F-4D97-AF65-F5344CB8AC3E}">
        <p14:creationId xmlns:p14="http://schemas.microsoft.com/office/powerpoint/2010/main" val="38952311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C0CBC-B682-E4A3-55AA-E3DE82994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541A5-2497-CB23-A274-02DBC395EEBC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4EE25-C306-0E53-0E8E-D0962C52F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5D0BA2-0B6E-34A9-15BF-1C603C661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701" y="0"/>
            <a:ext cx="93145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688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5B9013-ECA0-0C09-C9F8-FEAA1BE72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605" y="68263"/>
            <a:ext cx="9270290" cy="6721475"/>
          </a:xfrm>
          <a:prstGeom prst="rect">
            <a:avLst/>
          </a:prstGeom>
          <a:noFill/>
        </p:spPr>
      </p:pic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60E0AD21-AEEB-7118-0FDE-19AFEC414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7035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87B38-650F-AA49-15F4-CA6C0B43C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0B881-9208-B367-7E3A-6A4ADFA7113C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F40D8F-E53F-D475-A4BE-F9C738F98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55662C-4A21-F304-4969-A5EB5589D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092" y="0"/>
            <a:ext cx="91238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2277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93664A-0FC9-36E3-3BCC-CDDC8D9FCA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63" r="-1" b="-1"/>
          <a:stretch>
            <a:fillRect/>
          </a:stretch>
        </p:blipFill>
        <p:spPr>
          <a:xfrm>
            <a:off x="120650" y="68263"/>
            <a:ext cx="10998200" cy="6721475"/>
          </a:xfrm>
          <a:prstGeom prst="rect">
            <a:avLst/>
          </a:prstGeom>
          <a:noFill/>
        </p:spPr>
      </p:pic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BCA97323-5AF9-0783-3202-6708DA300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0927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245" y="544285"/>
            <a:ext cx="5528217" cy="2685383"/>
          </a:xfrm>
        </p:spPr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C46346C-5222-E6D2-07A3-441F428764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{FC6FF787-D1E1-4956-94F5-850D3E505305}TF55c86556-70ea-476e-aa05-13a38f2d5b0da1381d77_win32-a3c664429073</Template>
  <TotalTime>591</TotalTime>
  <Words>214</Words>
  <Application>Microsoft Office PowerPoint</Application>
  <PresentationFormat>Widescreen</PresentationFormat>
  <Paragraphs>58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Avenir Next LT Pro</vt:lpstr>
      <vt:lpstr>Calibri</vt:lpstr>
      <vt:lpstr>Custom</vt:lpstr>
      <vt:lpstr>AI Innovation or the END of Dating?</vt:lpstr>
      <vt:lpstr>A Brief  (Recent) History of Relationships</vt:lpstr>
      <vt:lpstr>The Decline of Relationship Formation</vt:lpstr>
      <vt:lpstr>Factors?</vt:lpstr>
      <vt:lpstr>PowerPoint Presentation</vt:lpstr>
      <vt:lpstr>PowerPoint Presentation</vt:lpstr>
      <vt:lpstr>PowerPoint Presentation</vt:lpstr>
      <vt:lpstr>What is Unique about AI chatbots?</vt:lpstr>
      <vt:lpstr>PowerPoint Presentation</vt:lpstr>
      <vt:lpstr>PowerPoint Presentation</vt:lpstr>
      <vt:lpstr>Attitudes?</vt:lpstr>
      <vt:lpstr>PowerPoint Presentation</vt:lpstr>
      <vt:lpstr>What are the Issues?</vt:lpstr>
      <vt:lpstr>PowerPoint Presentation</vt:lpstr>
      <vt:lpstr>PowerPoint Presentation</vt:lpstr>
      <vt:lpstr>PowerPoint Presentation</vt:lpstr>
      <vt:lpstr>PowerPoint Presentation</vt:lpstr>
      <vt:lpstr>Questions?</vt:lpstr>
    </vt:vector>
  </TitlesOfParts>
  <Company>Brigham Young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Brian Willoughby</dc:creator>
  <cp:lastModifiedBy>Brian Willoughby</cp:lastModifiedBy>
  <cp:revision>8</cp:revision>
  <dcterms:created xsi:type="dcterms:W3CDTF">2026-03-11T15:20:30Z</dcterms:created>
  <dcterms:modified xsi:type="dcterms:W3CDTF">2026-03-12T01:11:49Z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